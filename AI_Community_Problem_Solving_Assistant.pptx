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AI Community Problem-Solving Assistant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Presented by: Chris</a:t>
            </a:r>
            <a:endParaRPr lang="en-US" altLang="en-US"/>
          </a:p>
          <a:p>
            <a:r>
              <a:rPr lang="en-US" altLang="en-US"/>
              <a:t>Course: AI Fundamentals and Prompt Engineering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INTRODUCTION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Introduction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Communities face different social and economic problems.</a:t>
            </a:r>
            <a:endParaRPr lang="en-US" altLang="en-US"/>
          </a:p>
          <a:p>
            <a:r>
              <a:rPr lang="en-US" altLang="en-US"/>
              <a:t>Examples include youth unemployment, crime, and lack of opportunities.</a:t>
            </a:r>
            <a:endParaRPr lang="en-US" altLang="en-US"/>
          </a:p>
          <a:p>
            <a:r>
              <a:rPr lang="en-US" altLang="en-US"/>
              <a:t>People may identify these problems but struggle to analyze them.</a:t>
            </a:r>
            <a:endParaRPr lang="en-US" altLang="en-US"/>
          </a:p>
          <a:p>
            <a:r>
              <a:rPr lang="en-US" altLang="en-US"/>
              <a:t>AI can help provide structured solutions and practical actions.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81375"/>
            <a:ext cx="10969200" cy="705600"/>
          </a:xfrm>
        </p:spPr>
        <p:txBody>
          <a:bodyPr/>
          <a:p>
            <a:r>
              <a:rPr lang="en-US" altLang="en-US"/>
              <a:t>Problem Statement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86785" y="1722175"/>
            <a:ext cx="10969200" cy="475920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b="1"/>
              <a:t>Problem Statement</a:t>
            </a:r>
            <a:endParaRPr lang="en-US" altLang="en-US" b="1"/>
          </a:p>
          <a:p>
            <a:pPr marL="0" indent="0">
              <a:buNone/>
            </a:pPr>
            <a:endParaRPr lang="en-US" altLang="en-US" b="1"/>
          </a:p>
          <a:p>
            <a:pPr marL="0" indent="0">
              <a:buNone/>
            </a:pPr>
            <a:r>
              <a:rPr lang="en-US" altLang="en-US" b="1"/>
              <a:t>Community problems are often difficult to analyze.</a:t>
            </a:r>
            <a:endParaRPr lang="en-US" altLang="en-US" b="1"/>
          </a:p>
          <a:p>
            <a:pPr marL="0" indent="0">
              <a:buNone/>
            </a:pPr>
            <a:r>
              <a:rPr lang="en-US" altLang="en-US" b="1"/>
              <a:t>People may not know the causes of a problem.</a:t>
            </a:r>
            <a:endParaRPr lang="en-US" altLang="en-US" b="1"/>
          </a:p>
          <a:p>
            <a:pPr marL="0" indent="0">
              <a:buNone/>
            </a:pPr>
            <a:r>
              <a:rPr lang="en-US" altLang="en-US" b="1"/>
              <a:t>They may not understand the effects.</a:t>
            </a:r>
            <a:endParaRPr lang="en-US" altLang="en-US" b="1"/>
          </a:p>
          <a:p>
            <a:pPr marL="0" indent="0">
              <a:buNone/>
            </a:pPr>
            <a:r>
              <a:rPr lang="en-US" altLang="en-US" b="1"/>
              <a:t>Finding practical and affordable solutions can be challenging.</a:t>
            </a:r>
            <a:endParaRPr lang="en-US" altLang="en-US" b="1"/>
          </a:p>
          <a:p>
            <a:pPr marL="0" indent="0">
              <a:buNone/>
            </a:pPr>
            <a:r>
              <a:rPr lang="en-US" altLang="en-US" b="1"/>
              <a:t>People may also need guidance on what action to take.</a:t>
            </a:r>
            <a:endParaRPr lang="en-US" altLang="en-US" b="1"/>
          </a:p>
          <a:p>
            <a:pPr marL="0" indent="0">
              <a:buNone/>
            </a:pPr>
            <a:endParaRPr lang="en-US" altLang="en-US" b="1"/>
          </a:p>
          <a:p>
            <a:pPr marL="0" indent="0">
              <a:buNone/>
            </a:pPr>
            <a:endParaRPr lang="en-US" altLang="en-US" b="1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Project Objective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Project Objective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To develop an AI-powered assistant that uses prompt engineering and an AI language model to analyze community problems and provide practical solutions and action plans.</a:t>
            </a:r>
            <a:endParaRPr lang="en-US" altLang="en-US"/>
          </a:p>
          <a:p>
            <a:r>
              <a:rPr lang="en-US" altLang="en-US"/>
              <a:t>Identify causes of a problem</a:t>
            </a:r>
            <a:endParaRPr lang="en-US" altLang="en-US"/>
          </a:p>
          <a:p>
            <a:r>
              <a:rPr lang="en-US" altLang="en-US"/>
              <a:t>Identify effects</a:t>
            </a:r>
            <a:endParaRPr lang="en-US" altLang="en-US"/>
          </a:p>
          <a:p>
            <a:r>
              <a:rPr lang="en-US" altLang="en-US"/>
              <a:t>Suggest possible solutions</a:t>
            </a:r>
            <a:endParaRPr lang="en-US" altLang="en-US"/>
          </a:p>
          <a:p>
            <a:r>
              <a:rPr lang="en-US" altLang="en-US"/>
              <a:t>Recommend the best solution</a:t>
            </a:r>
            <a:endParaRPr lang="en-US" altLang="en-US"/>
          </a:p>
          <a:p>
            <a:r>
              <a:rPr lang="en-US" altLang="en-US"/>
              <a:t>Provide a practical action plan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Target Users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Target Users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Community members</a:t>
            </a:r>
            <a:endParaRPr lang="en-US" altLang="en-US"/>
          </a:p>
          <a:p>
            <a:r>
              <a:rPr lang="en-US" altLang="en-US"/>
              <a:t>Students</a:t>
            </a:r>
            <a:endParaRPr lang="en-US" altLang="en-US"/>
          </a:p>
          <a:p>
            <a:r>
              <a:rPr lang="en-US" altLang="en-US"/>
              <a:t>Youth groups</a:t>
            </a:r>
            <a:endParaRPr lang="en-US" altLang="en-US"/>
          </a:p>
          <a:p>
            <a:r>
              <a:rPr lang="en-US" altLang="en-US"/>
              <a:t>Community organizations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How the System Works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en-US"/>
              <a:t>How the System Works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1. User enters a problem</a:t>
            </a:r>
            <a:endParaRPr lang="en-US" altLang="en-US"/>
          </a:p>
          <a:p>
            <a:r>
              <a:rPr lang="en-US" altLang="en-US"/>
              <a:t>↓</a:t>
            </a:r>
            <a:endParaRPr lang="en-US" altLang="en-US"/>
          </a:p>
          <a:p>
            <a:r>
              <a:rPr lang="en-US" altLang="en-US"/>
              <a:t>2. Flask receives the problem</a:t>
            </a:r>
            <a:endParaRPr lang="en-US" altLang="en-US"/>
          </a:p>
          <a:p>
            <a:r>
              <a:rPr lang="en-US" altLang="en-US"/>
              <a:t>↓</a:t>
            </a:r>
            <a:endParaRPr lang="en-US" altLang="en-US"/>
          </a:p>
          <a:p>
            <a:r>
              <a:rPr lang="en-US" altLang="en-US"/>
              <a:t>3. Prompt engineering structures the request</a:t>
            </a:r>
            <a:endParaRPr lang="en-US" altLang="en-US"/>
          </a:p>
          <a:p>
            <a:r>
              <a:rPr lang="en-US" altLang="en-US"/>
              <a:t>↓</a:t>
            </a:r>
            <a:endParaRPr lang="en-US" altLang="en-US"/>
          </a:p>
          <a:p>
            <a:r>
              <a:rPr lang="en-US" altLang="en-US"/>
              <a:t>4. AI analyzes the problem</a:t>
            </a:r>
            <a:endParaRPr lang="en-US" altLang="en-US"/>
          </a:p>
          <a:p>
            <a:r>
              <a:rPr lang="en-US" altLang="en-US"/>
              <a:t>↓</a:t>
            </a:r>
            <a:endParaRPr lang="en-US" altLang="en-US"/>
          </a:p>
          <a:p>
            <a:r>
              <a:rPr lang="en-US" altLang="en-US"/>
              <a:t>5. Result is displayed on the webpage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Prompt Engineering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en-US" altLang="en-US"/>
              <a:t>Prompt Engineering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Simple Prompt: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“Give me solutions to youth unemployment.”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Engineered Prompt: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“Act as a community development advisor. Analyze youth unemployment in my community. Identify 3 causes, 3 effects, 5 practical solutions, recommend the best solution, and provide a 30-day action plan.”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Technologies Used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Technologies Used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Python — main programming language</a:t>
            </a:r>
            <a:endParaRPr lang="en-US" altLang="en-US"/>
          </a:p>
          <a:p>
            <a:r>
              <a:rPr lang="en-US" altLang="en-US"/>
              <a:t>Flask — creates the web application</a:t>
            </a:r>
            <a:endParaRPr lang="en-US" altLang="en-US"/>
          </a:p>
          <a:p>
            <a:r>
              <a:rPr lang="en-US" altLang="en-US"/>
              <a:t>HTML — creates the webpage interface</a:t>
            </a:r>
            <a:endParaRPr lang="en-US" altLang="en-US"/>
          </a:p>
          <a:p>
            <a:r>
              <a:rPr lang="en-US" altLang="en-US"/>
              <a:t>AI Language Model — analyzes the community problem</a:t>
            </a:r>
            <a:endParaRPr lang="en-US" altLang="en-US"/>
          </a:p>
          <a:p>
            <a:r>
              <a:rPr lang="en-US" altLang="en-US"/>
              <a:t>Prompt Engineering — controls the structure of the AI response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08330"/>
            <a:ext cx="10968990" cy="494665"/>
          </a:xfrm>
        </p:spPr>
        <p:txBody>
          <a:bodyPr>
            <a:normAutofit fontScale="90000"/>
          </a:bodyPr>
          <a:p>
            <a:r>
              <a:rPr lang="en-US" altLang="en-US"/>
              <a:t>Example / Demonstration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60000"/>
          </a:bodyPr>
          <a:p>
            <a:r>
              <a:rPr lang="en-US" altLang="en-US"/>
              <a:t>Example: Youth Unemployment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Input: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“Youth unemployment is increasing in my community.”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system provides: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Causes</a:t>
            </a:r>
            <a:endParaRPr lang="en-US" altLang="en-US"/>
          </a:p>
          <a:p>
            <a:r>
              <a:rPr lang="en-US" altLang="en-US"/>
              <a:t>Effects</a:t>
            </a:r>
            <a:endParaRPr lang="en-US" altLang="en-US"/>
          </a:p>
          <a:p>
            <a:r>
              <a:rPr lang="en-US" altLang="en-US"/>
              <a:t>Possible solutions</a:t>
            </a:r>
            <a:endParaRPr lang="en-US" altLang="en-US"/>
          </a:p>
          <a:p>
            <a:r>
              <a:rPr lang="en-US" altLang="en-US"/>
              <a:t>Recommended solution</a:t>
            </a:r>
            <a:endParaRPr lang="en-US" altLang="en-US"/>
          </a:p>
          <a:p>
            <a:r>
              <a:rPr lang="en-US" altLang="en-US"/>
              <a:t>30-day action plan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Project Results &amp; What I Learned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50000"/>
          </a:bodyPr>
          <a:p>
            <a:pPr marL="0" indent="0">
              <a:buNone/>
            </a:pPr>
            <a:r>
              <a:rPr lang="en-US" altLang="en-US"/>
              <a:t>Project Results &amp; What I Learned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Project Results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The application successfully accepts community problems.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AI generates structured analysis and solutions.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results are displayed through a web interface.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What I Learned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Python programming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Flask web development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Prompt engineering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Working with an AI language model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Connecting a webpage to a Python application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Conclusion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Conclusion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project uses AI to analyze community problems.</a:t>
            </a:r>
            <a:endParaRPr lang="en-US" altLang="en-US"/>
          </a:p>
          <a:p>
            <a:r>
              <a:rPr lang="en-US" altLang="en-US"/>
              <a:t>Prompt engineering helps produce structured responses.</a:t>
            </a:r>
            <a:endParaRPr lang="en-US" altLang="en-US"/>
          </a:p>
          <a:p>
            <a:r>
              <a:rPr lang="en-US" altLang="en-US"/>
              <a:t>The system provides practical solutions and action plans.</a:t>
            </a:r>
            <a:endParaRPr lang="en-US" altLang="en-US"/>
          </a:p>
          <a:p>
            <a:r>
              <a:rPr lang="en-US" altLang="en-US"/>
              <a:t>The project demonstrates how AI can support community problem-solving.</a:t>
            </a:r>
            <a:endParaRPr lang="en-US" altLang="en-US"/>
          </a:p>
          <a:p>
            <a:r>
              <a:rPr lang="en-US" altLang="en-US"/>
              <a:t>The system can be improved with more features in the future.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2730</Words>
  <Application>WPS Presentation</Application>
  <PresentationFormat>Widescreen</PresentationFormat>
  <Paragraphs>126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AI Community Problem-Solving Assistant</vt:lpstr>
      <vt:lpstr>INTRODUCTION</vt:lpstr>
      <vt:lpstr>Problem Statement</vt:lpstr>
      <vt:lpstr>Project Objective</vt:lpstr>
      <vt:lpstr>Target Users</vt:lpstr>
      <vt:lpstr>How the System Works</vt:lpstr>
      <vt:lpstr>Prompt Engineering</vt:lpstr>
      <vt:lpstr>Technologies Used</vt:lpstr>
      <vt:lpstr>Example / Demonstration</vt:lpstr>
      <vt:lpstr>Project Results &amp; What I Learned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Community Problem-Solving Assistant</dc:title>
  <dc:creator>user</dc:creator>
  <cp:lastModifiedBy>chris muli</cp:lastModifiedBy>
  <cp:revision>6</cp:revision>
  <dcterms:created xsi:type="dcterms:W3CDTF">2026-09-11T11:23:00Z</dcterms:created>
  <dcterms:modified xsi:type="dcterms:W3CDTF">2026-09-12T19:37:45Z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FAA504B0BD44437E9C0026A3B1C7614B_13</vt:lpwstr>
  </property>
</Properties>
</file>